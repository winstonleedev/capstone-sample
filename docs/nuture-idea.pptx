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lus Jakarta Sans ExtraBold"/>
      <p:bold r:id="rId18"/>
      <p:boldItalic r:id="rId19"/>
    </p:embeddedFont>
    <p:embeddedFont>
      <p:font typeface="Plus Jakarta Sans"/>
      <p:regular r:id="rId20"/>
      <p:bold r:id="rId21"/>
      <p:italic r:id="rId22"/>
      <p:boldItalic r:id="rId23"/>
    </p:embeddedFont>
    <p:embeddedFont>
      <p:font typeface="JetBrains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regular.fntdata"/><Relationship Id="rId22" Type="http://schemas.openxmlformats.org/officeDocument/2006/relationships/font" Target="fonts/PlusJakartaSans-italic.fntdata"/><Relationship Id="rId21" Type="http://schemas.openxmlformats.org/officeDocument/2006/relationships/font" Target="fonts/PlusJakartaSans-bold.fntdata"/><Relationship Id="rId24" Type="http://schemas.openxmlformats.org/officeDocument/2006/relationships/font" Target="fonts/JetBrainsMono-regular.fntdata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italic.fntdata"/><Relationship Id="rId25" Type="http://schemas.openxmlformats.org/officeDocument/2006/relationships/font" Target="fonts/JetBrainsMono-bold.fntdata"/><Relationship Id="rId27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usJakartaSansExtraBold-boldItalic.fntdata"/><Relationship Id="rId18" Type="http://schemas.openxmlformats.org/officeDocument/2006/relationships/font" Target="fonts/PlusJakart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17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33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5873" y="2307282"/>
            <a:ext cx="3460253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64562" y="2926407"/>
            <a:ext cx="8062726" cy="740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Nurturing a Product Idea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6848" y="2416819"/>
            <a:ext cx="164603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031652"/>
            <a:ext cx="51911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41177"/>
            <a:ext cx="517207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44063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333500" y="2421582"/>
            <a:ext cx="4295775" cy="56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Seed is Imperfect: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Early ideas are rarely polished. Protect them.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577679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276350" y="3558629"/>
            <a:ext cx="4352925" cy="56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 Reflection: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Probe user friction and challenge assumptions.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714726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333500" y="4695676"/>
            <a:ext cx="4295775" cy="56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Intuition: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Capture the root problem before debates cloud it.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" y="581025"/>
            <a:ext cx="11381422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Seed and the Soil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546002"/>
            <a:ext cx="34352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8225" y="2546002"/>
            <a:ext cx="343539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0325" y="2546002"/>
            <a:ext cx="34352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952500" y="3517552"/>
            <a:ext cx="30269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Friends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4003327"/>
            <a:ext cx="288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instant clarity. If you can't explain it in 20 seconds, it is muddled.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54450" y="3517552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Customers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54450" y="4003327"/>
            <a:ext cx="28829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Observe actions, not words. Look for friction rather than faster horses.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356550" y="3517552"/>
            <a:ext cx="30269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Competitors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356550" y="4003327"/>
            <a:ext cx="288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Watch bloat and complexity. Feature creep is your open window.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936527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4450" y="2936527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550" y="293652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76275" y="581025"/>
            <a:ext cx="11381422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External Signals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712690"/>
            <a:ext cx="5248275" cy="2257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2712690"/>
            <a:ext cx="5248275" cy="2257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066800" y="3103215"/>
            <a:ext cx="4467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FILTER 01 • INTERNAL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66800" y="3455640"/>
            <a:ext cx="4690586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Honor the Vision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66800" y="3992760"/>
            <a:ext cx="44672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Does this feature advance the singular promise and soul of what you are making?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657975" y="3103215"/>
            <a:ext cx="4467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FILTER 02 • EXTERNAL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657975" y="3455640"/>
            <a:ext cx="4690586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Genuine Craving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657975" y="3992760"/>
            <a:ext cx="44672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Does it solve immediate user friction, or is it merely intellectual decoration?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6275" y="581025"/>
            <a:ext cx="11381422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Dual Filter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875" y="244063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2466975" y="2421582"/>
            <a:ext cx="7677150" cy="56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Complexity Masks Insecurity: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Teams add menus when they lack conviction in the core loop.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3577679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2466975" y="3558629"/>
            <a:ext cx="7677150" cy="56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Radical Simplicity: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If a feature is not essential to the primary outcome, discard it.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7875" y="4714726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2495550" y="4695676"/>
            <a:ext cx="7648575" cy="56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True Leadership: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Great product teams are measured by what they decline to build.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6275" y="581025"/>
            <a:ext cx="11381422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Discipline to Cut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031652"/>
            <a:ext cx="51911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41177"/>
            <a:ext cx="517207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440632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1304925" y="2421582"/>
            <a:ext cx="4324350" cy="56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Mechanic: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Tap anywhere to flap. No tutorial, no skill trees.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577679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1304925" y="3558629"/>
            <a:ext cx="4324350" cy="56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 Mastery: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Players understood stakes and gameplay in 3 seconds.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714726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1362075" y="4695676"/>
            <a:ext cx="4267200" cy="56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50M Users:</a:t>
            </a:r>
            <a:r>
              <a:rPr b="0" i="0" lang="en-US" sz="16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Outperformed multi-million dollar complex game engines.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76275" y="581025"/>
            <a:ext cx="11381422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Flappy Bird: Power of Less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303115"/>
            <a:ext cx="108394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819525" y="5112990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True conviction fits into </a:t>
            </a: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single input handler</a:t>
            </a: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0267950" y="2579340"/>
            <a:ext cx="914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core-loop.js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1009650" y="262220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1200150" y="262220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1390650" y="262220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676275" y="581025"/>
            <a:ext cx="11381422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Code: The Flappy Core Loop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417415"/>
            <a:ext cx="5248275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2417415"/>
            <a:ext cx="5248275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1287" y="2655540"/>
            <a:ext cx="12382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2462" y="2655540"/>
            <a:ext cx="123825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2360295" y="4046190"/>
            <a:ext cx="18802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Cookie Clicker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14400" y="4512915"/>
            <a:ext cx="4772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target, instant tactile feedback, and zero onboarding friction.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766446" y="4046190"/>
            <a:ext cx="22502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Complex Trap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505575" y="4512915"/>
            <a:ext cx="4772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Overloaded stats and menu systems that fragment user attention.</a:t>
            </a:r>
            <a:endParaRPr/>
          </a:p>
        </p:txBody>
      </p:sp>
      <p:pic>
        <p:nvPicPr>
          <p:cNvPr descr="image.png" id="185" name="Google Shape;18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81287" y="2655540"/>
            <a:ext cx="12382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72462" y="2655540"/>
            <a:ext cx="123825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676275" y="581025"/>
            <a:ext cx="11381422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Tactile vs Complex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674590"/>
            <a:ext cx="4552503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971550" y="2969865"/>
            <a:ext cx="3961953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F8717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0%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971550" y="4398615"/>
            <a:ext cx="39619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Guaranteed Outcomes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705028" y="3079551"/>
            <a:ext cx="6101231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Market Reality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705028" y="3643312"/>
            <a:ext cx="5810696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Immaculate code and textbook interviews never guarantee traction. Execution is merely the price of admission.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6275" y="581025"/>
            <a:ext cx="11381422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Zero Guarantees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546002"/>
            <a:ext cx="34352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8225" y="2546002"/>
            <a:ext cx="343539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0325" y="2546002"/>
            <a:ext cx="34352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952500" y="3517552"/>
            <a:ext cx="30269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Stick to Core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952500" y="4003327"/>
            <a:ext cx="288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not dilute your product to appease every voice in the room.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654450" y="3517552"/>
            <a:ext cx="30270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Move Fast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654450" y="4003327"/>
            <a:ext cx="28829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Momentum beats endless consensus and architectural paralysis.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356550" y="3517552"/>
            <a:ext cx="30269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Nurture Weekly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356550" y="4003327"/>
            <a:ext cx="288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Revisit the root problem statement every week as you build.</a:t>
            </a:r>
            <a:endParaRPr/>
          </a:p>
        </p:txBody>
      </p:sp>
      <p:pic>
        <p:nvPicPr>
          <p:cNvPr descr="image.png" id="213" name="Google Shape;21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936527"/>
            <a:ext cx="409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4450" y="2936527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550" y="293652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676275" y="581025"/>
            <a:ext cx="11381422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Anchor to the Vision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3262" y="2181225"/>
            <a:ext cx="23653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4116225" y="2819400"/>
            <a:ext cx="3959401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50" u="none" cap="none" strike="noStrike">
                <a:solidFill>
                  <a:srgbClr val="A3E63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PRACTICE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2476500" y="4010025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 raw intuition into an unshakeable product core.</a:t>
            </a:r>
            <a:endParaRPr/>
          </a:p>
        </p:txBody>
      </p:sp>
      <p:pic>
        <p:nvPicPr>
          <p:cNvPr descr="image.png" id="225" name="Google Shape;2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4237" y="2290762"/>
            <a:ext cx="145553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851695"/>
            <a:ext cx="2566987" cy="1979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3762" y="2851695"/>
            <a:ext cx="2566987" cy="1979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851695"/>
            <a:ext cx="2566987" cy="1979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8737" y="2851695"/>
            <a:ext cx="2566987" cy="197941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876300" y="3089820"/>
            <a:ext cx="21669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876300" y="3585120"/>
            <a:ext cx="22752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Big Idea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876300" y="3937545"/>
            <a:ext cx="2166937" cy="436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 your core product idea in one clear sentence.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3633787" y="3089820"/>
            <a:ext cx="21669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02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3633787" y="3585120"/>
            <a:ext cx="22752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Draft 4 Features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3633787" y="3937545"/>
            <a:ext cx="2166937" cy="655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List the initial four capabilities you want to build.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6391275" y="3089820"/>
            <a:ext cx="21669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03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6391275" y="3585120"/>
            <a:ext cx="22752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Force Rank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6391275" y="3937545"/>
            <a:ext cx="2166937" cy="655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Rank items 1 to 4 and ruthlessly discard the bottom.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9148762" y="3089820"/>
            <a:ext cx="21669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04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9148762" y="3585120"/>
            <a:ext cx="22752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Peer Approval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9148762" y="3937545"/>
            <a:ext cx="2166937" cy="436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Pitch and vote on features that solve real friction.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676275" y="581025"/>
            <a:ext cx="11381422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Workshop Playbook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